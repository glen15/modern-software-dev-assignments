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1645920"/>
            <a:ext cx="23774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2026 EDITION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활용 필요성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소프트웨어 개발의 대전환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74904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NXT Cloud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Technical Training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발전 속도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우리의 오해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"AI 발전이 둔화되었다"는 착각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실제로는 벤치마크(점수표)의 포화 상태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GPT, Gemini 등 모델 업데이트 체감이 줄어들어 발전이 멈춘 것처럼 보임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실제 원인: 벤치마크(점수표)의 포화 상태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AI가 이미 기존 시험지에서 만점을 받아 120점, 200점으로 올라도 그래프는 평평해 보임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실제 성장 속도 (폭발적)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지능 지구력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7개월마다 2배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무어의 법칙보다 3.5~5배 빠름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코딩 능력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70일마다 2배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인간이 수년 걸릴 숙련도를 2달마다 갱신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9144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2026년 예측: 인간이 1시간 걸려 짜는 복잡한 코드를 AI가 순식간에 처리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왜 지금 AI인가?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역사상 유례없는 '골드러시'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두 가지 무기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더 강력해진 지능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LLM의 추론 능력 향상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더 빨라진 속도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실시간 코드 생성과 수정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LLM + RAG + 에이전틱 워크플로 = 레고 블록처럼 조립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→ 과거 수백 명의 박사급 엔지니어가 필요했던 일을 혼자서 수행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⚠️ 생존 경고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도구의 유효기간 단축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"지금 최고의 도구가 무엇인가?" → 이 질문의 답은 3개월마다 바뀜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단 3개월만 뒤처져도 생산성이 회복 불가능할 정도로 하락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익숙함에 속아 녹슨 칼을 고집하지 말고 무조건 최신 도구로 갈아타야 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병목 지점의 이동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과거 vs 현재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병목 지점의 변화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과거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기획 (쉬움)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구현 (어렵고 비쌈) ← 병목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현재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결정 (어려움) ← 병목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구현 (쉽고 저렴)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새로운 병목: "무엇을 만들 것인가?"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AI 덕분에 구현은 쉽고 저렴해짐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이제 병목은 결정과 명확한 의도 번역 단계로 이동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새로운 개발 루프: 코드 작성 → 사용자 피드백 → 수정의 빠른 반복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인력 구조의 파괴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PM vs 엔지니어 비율의 변화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PM vs 엔지니어 비율의 변화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전통적 비율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PM 1명 : 엔지니어 8명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기획서 하나로 엔지니어들이 며칠간 작업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현재의 변화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PM 1명 : 엔지니어 2명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심지어 1:1 비율로 변화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→ 구글, 메타의 황금 비율이 무너지고 있음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개발자의 시간 분배 변화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전통적인 개발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코드 작성 (30%)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디버깅 (25%)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문서/회의 (45%)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활용 개발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설계/검토 (40%)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AI 협업 (35%)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문서/회의 (25%)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핵심 변화: 코드 "작성"에서 코드 "검토"로 역할 전환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시대의 인재상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프로덕트 엔지니어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코더(Coder)를 넘어선 엔지니어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살아남는 엔지니어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❌ 단순히 코딩만 잘하는 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✅ 사용자와 대화하고 피드백을 흡수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✅ 무엇을 만들지 스스로 결정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프로덕트 엔지니어의 정의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구현 능력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Engineer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기획 능력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0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= 프로덕트 엔지니어 (Product Engineer)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조언: 누군가 기획서를 주길 기다리지 말고, 자신의 직관을 믿고 결과물을 다듬어 나가는 사람이 압도적인 속도로 앞서 나감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도구의 생산성 향상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GitHub Copilot 연구 결과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GitHub Copilot 연구 결과 (2023)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55%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더 빠른 작업 완료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품질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동일하거나 더 나음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88%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생산성 향상 체감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실제 사용 사례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전통적 방식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보일러플레이트: 수동 작성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테스트: 시간 부족으로 생략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문서화: "나중에 하자" → 안 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버그: 로그 추적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활용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보일러플레이트: 자동 생성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테스트: 빠르게 생성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문서화: 코드와 함께 생성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버그: AI가 원인 분석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도구의 종류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IDE, Vibe 코딩, 채팅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AI IDE (통합 개발 환경)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AWS Kiro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Spec 기반 개발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에이전트 지원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Google Antigravity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자연어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풀스택 앱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Vibe 코딩 &amp; 코드 자동 완성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4859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Replit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브라우저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즉시 실행 및 배포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859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💜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Lovable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노코드/로우코드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풀스택 앱 빌더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31820"/>
            <a:ext cx="2560320" cy="14859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318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147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" y="38633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GitHub Copilot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4229100"/>
            <a:ext cx="2286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VS Code, JetBrains 통합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131820"/>
            <a:ext cx="2560320" cy="14859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31318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3147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74720" y="38633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Cursor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4229100"/>
            <a:ext cx="2286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네이티브 에디터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31820"/>
            <a:ext cx="2560320" cy="14859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1318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3147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🆓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55080" y="38633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Codeium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4229100"/>
            <a:ext cx="2286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무료 대안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AI 채팅 기반 코딩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Claude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터미널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코딩 에이전트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ChatGPT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범용 AI 어시스턴트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Gemini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Google의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 어시스턴트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08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AI의 한계와 주의점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맹신하지 말 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AI가 잘하는 것 vs 못하는 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AI가 잘하는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반복적인 코드 패턴 생성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문서화 및 주석 작성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간단한 버그 수정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코드 설명 및 리팩토링 제안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AI가 (아직) 못하는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복잡한 시스템 설계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비즈니스 로직 이해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보안 취약점 완벽 탐지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최신 라이브러리/프레임워크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⚠️ 주의사항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사용 시 반드시 기억하세요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AI가 생성한 코드를 맹신하지 마세요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민감한 정보를 AI에 전송하지 마세요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©️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저작권/라이선스 이슈를 고려하세요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 결과물은 반드시 검토하세요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09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효과적인 AI 활용 전략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프롬프트 작성법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효과적인 AI 활용 3단계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문제 정의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❌ "이거 고쳐줘"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✅ 구체적으로 요청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맥락 제공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❌ "로그인 만들어줘"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✅ 기술 스택, 조건 명시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점진적 개선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기본 구현 → 엣지 케이스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테스트 → 리팩토링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좋은 프롬프트 예시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❌ 나쁜 예시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"이거 고쳐줘"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"로그인 만들어줘"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좋은 예시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"Python에서 리스트 중복 제거하면서 순서 유지하는 함수 작성해줘"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"FastAPI로 JWT 인증 기반 로그인 API 만들어줘. 사용자 정보는 PostgreSQL에..."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10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커리어 전략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앤드류 응의 조언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환경과 동료의 중요성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성공의 가장 큰 예측 변수는 지능이나 노력이 아니라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"지금 곁에 어떤 사람을 두고 있는가"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논문이 나오기 전, 전화 한 통으로 조언을 들을 수 있는 동료 집단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3756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인터넷에 없는 '원시 데이터'와 '진짜 정보'는 인적 네트워크를 통해 공유됨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채용 시 피해야 할 회사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브랜드의 함정: 유명 빅테크 기업의 이름표가 실력을 키워주지 않음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통합 채용의 위험: 입사 후 팀을 정해준다며 정확히 어떤 팀/매니저와 일할지 숨기는 회사는 피할 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결론: 브랜드가 아닌 '진짜 배기 팀'을 찾아야 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3C5FD"/>
                </a:solidFill>
              </a:rPr>
              <a:t>11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마지막 조언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태도와 행동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허락받지 않는 혁신 (Permissionless Innovation)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지금은 실패 비용이 역사상 가장 저렴한 시대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(실패해도 주말 이틀 날리는 것뿐)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9144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팀장, 교수, 투자자의 승인을 기다리지 말고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그냥 만들 것 (Just Build)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지독한 노력 (Hard Work)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성공한 사람 중 지독하게 일하지 않은 사람은 단 한 명도 없음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소파에서 넷플릭스 대신, AI 에이전트를 설계하는 주말을 선택하라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"여러분이 안 만들면 아무도 안 만듭니다. 책임감을 갖고 멈추지 말고 시도하십시오." - 앤드류 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BD5E1"/>
                </a:solidFill>
              </a:rPr>
              <a:t>📚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오늘 배울 내용 미리보기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프롬프팅 기초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K-shot 프롬프팅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예시를 보여주고 패턴 학습 유도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Chain of Thought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단계별 추론 유도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프롬프팅 심화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외부 문서를 참조하여 정확한 답변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Tool Calling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AI가 외부 도구를 호출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AI 코딩 도구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AI 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AWS Kiro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Google Antigravity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Vibe 코딩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Replit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Lovable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Claude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스킬, 에이전트, MCP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💬 토론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질문과 토론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 도구를 사용해 본 경험이 있나요?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"프로덕트 엔지니어"라는 개념에 대해 어떻게 생각하나요?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3개월마다 도구를 갈아타야 한다는 조언에 동의하나요?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활용 필요성 2026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1645920"/>
            <a:ext cx="237744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다음 세션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프롬프팅 기초로 넘어갑니다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K-shot 프롬프팅과 Chain of Thought를 직접 실습해봅니다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374904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필요성</dc:title>
  <dc:subject>PptxGenJS Presentation</dc:subject>
  <dc:creator>NXT Cloud</dc:creator>
  <cp:lastModifiedBy>NXT Cloud</cp:lastModifiedBy>
  <cp:revision>1</cp:revision>
  <dcterms:created xsi:type="dcterms:W3CDTF">2026-01-27T15:03:47Z</dcterms:created>
  <dcterms:modified xsi:type="dcterms:W3CDTF">2026-01-27T15:03:47Z</dcterms:modified>
</cp:coreProperties>
</file>